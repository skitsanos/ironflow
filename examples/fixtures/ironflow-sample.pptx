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4816aaea304bc8" /><Relationship Type="http://schemas.openxmlformats.org/officeDocument/2006/relationships/extended-properties" Target="/docProps/app.xml" Id="R0df92dcfc37f49fb" /><Relationship Type="http://schemas.openxmlformats.org/officeDocument/2006/relationships/officeDocument" Target="/ppt/presentation.xml" Id="Rd7cddfea75d54c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4619e35e5d444c"/>
  </p:sldMasterIdLst>
  <p:notesMasterIdLst>
    <p:notesMasterId xmlns:r="http://schemas.openxmlformats.org/officeDocument/2006/relationships" r:id="Ra3f0f36024c24000"/>
  </p:notesMasterIdLst>
  <p:sldIdLst>
    <p:sldId xmlns:r="http://schemas.openxmlformats.org/officeDocument/2006/relationships" id="256" r:id="R3c27c388b40740ca"/>
    <p:sldId xmlns:r="http://schemas.openxmlformats.org/officeDocument/2006/relationships" id="257" r:id="R40c2a43ef470409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0228da506e4a69" /><Relationship Type="http://schemas.openxmlformats.org/officeDocument/2006/relationships/slideMaster" Target="/ppt/slideMasters/slideMaster1.xml" Id="Rfd4619e35e5d444c" /><Relationship Type="http://schemas.openxmlformats.org/officeDocument/2006/relationships/notesMaster" Target="/ppt/notesMasters/notesMaster1.xml" Id="Ra3f0f36024c24000" /><Relationship Type="http://schemas.openxmlformats.org/officeDocument/2006/relationships/presProps" Target="/ppt/presProps.xml" Id="Re7acb59f33ce4353" /><Relationship Type="http://schemas.openxmlformats.org/officeDocument/2006/relationships/tableStyles" Target="/ppt/tableStyles.xml" Id="R15a7dbff2c2744db" /><Relationship Type="http://schemas.openxmlformats.org/officeDocument/2006/relationships/slide" Target="/ppt/slides/slide1.xml" Id="R3c27c388b40740ca" /><Relationship Type="http://schemas.openxmlformats.org/officeDocument/2006/relationships/slide" Target="/ppt/slides/slide2.xml" Id="R40c2a43ef47040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2ddadc88624e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508f059a784e11" /><Relationship Type="http://schemas.openxmlformats.org/officeDocument/2006/relationships/notesMaster" Target="/ppt/notesMasters/notesMaster1.xml" Id="R5933837a4e3546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79af3111d6422c" /><Relationship Type="http://schemas.openxmlformats.org/officeDocument/2006/relationships/notesMaster" Target="/ppt/notesMasters/notesMaster1.xml" Id="Rf442685444cf47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a5f296d33245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8b2a6d340e457e" /><Relationship Type="http://schemas.openxmlformats.org/officeDocument/2006/relationships/slideLayout" Target="/ppt/slideLayouts/slideLayout1.xml" Id="R00f8c5f82b8240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f8c5f82b8240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fe9d4ba3d4cf0" /><Relationship Type="http://schemas.openxmlformats.org/officeDocument/2006/relationships/notesSlide" Target="/ppt/notesSlides/notesSlide1.xml" Id="Ra52539bf7eae4f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75e015efd48d3" /><Relationship Type="http://schemas.openxmlformats.org/officeDocument/2006/relationships/notesSlide" Target="/ppt/notesSlides/notesSlide2.xml" Id="R3de9edd6340540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4E47A6D7-BE8D-4AE0-A6D5-89048086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SYNTHETIC EXAMPLE FIXTURE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F61BA21-7C4B-44FB-9442-3EA7BF3D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IronFlow workflows stay reproducible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506AB5D-F78F-4FA3-AF0B-0A384BF2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723900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Two small slides exercise structured PowerPoint extraction without third-party assets.</a:t>
            </a:r>
          </a:p>
        </p:txBody>
      </p:sp>
    </p:spTree>
    <p:extLst>
      <p:ext uri="{BB962C8B-B14F-4D97-AF65-F5344CB8AC3E}">
        <p14:creationId xmlns:p14="http://schemas.microsoft.com/office/powerpoint/2010/main" val="13268994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rid-title">
            <a:extLst xmlns:a="http://schemas.openxmlformats.org/drawingml/2006/main">
              <a:ext uri="{FF2B5EF4-FFF2-40B4-BE49-F238E27FC236}">
                <a16:creationId xmlns:a16="http://schemas.microsoft.com/office/drawing/2014/main" id="{29787931-9A37-4C1C-9967-60F880BA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clean checkout carries every required input</a:t>
            </a:r>
          </a:p>
        </p:txBody>
      </p:sp>
      <p:sp>
        <p:nvSpPr>
          <p:cNvPr id="2" name="grid-versioned">
            <a:extLst xmlns:a="http://schemas.openxmlformats.org/drawingml/2006/main">
              <a:ext uri="{FF2B5EF4-FFF2-40B4-BE49-F238E27FC236}">
                <a16:creationId xmlns:a16="http://schemas.microsoft.com/office/drawing/2014/main" id="{29538C37-8AA9-487C-B2B5-221A4AD4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0" rIns="9144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Versioned</a:t>
            </a:r>
          </a:p>
          <a:p xmlns:a="http://schemas.openxmlformats.org/drawingml/2006/main">
            <a:pPr algn="l"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Fixtures live beside the examples and are available offline.</a:t>
            </a:r>
          </a:p>
        </p:txBody>
      </p:sp>
      <p:sp>
        <p:nvSpPr>
          <p:cNvPr id="3" name="grid-synthetic">
            <a:extLst xmlns:a="http://schemas.openxmlformats.org/drawingml/2006/main">
              <a:ext uri="{FF2B5EF4-FFF2-40B4-BE49-F238E27FC236}">
                <a16:creationId xmlns:a16="http://schemas.microsoft.com/office/drawing/2014/main" id="{F784798D-F8DD-4B98-9217-606470FF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0" rIns="9144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Synthetic</a:t>
            </a:r>
          </a:p>
          <a:p xmlns:a="http://schemas.openxmlformats.org/drawingml/2006/main">
            <a:pPr algn="l"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Original test content avoids private or undocumented source data.</a:t>
            </a:r>
          </a:p>
        </p:txBody>
      </p:sp>
      <p:sp>
        <p:nvSpPr>
          <p:cNvPr id="4" name="grid-checked">
            <a:extLst xmlns:a="http://schemas.openxmlformats.org/drawingml/2006/main">
              <a:ext uri="{FF2B5EF4-FFF2-40B4-BE49-F238E27FC236}">
                <a16:creationId xmlns:a16="http://schemas.microsoft.com/office/drawing/2014/main" id="{2C257872-94ED-4EEE-A184-7EBC24B8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0" rIns="9144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Checksum verified</a:t>
            </a:r>
          </a:p>
          <a:p xmlns:a="http://schemas.openxmlformats.org/drawingml/2006/main">
            <a:pPr algn="l"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manifest catches accidental binary drift in continuous integration.</a:t>
            </a:r>
          </a:p>
        </p:txBody>
      </p:sp>
      <p:sp>
        <p:nvSpPr>
          <p:cNvPr id="5" name="grid-executed">
            <a:extLst xmlns:a="http://schemas.openxmlformats.org/drawingml/2006/main">
              <a:ext uri="{FF2B5EF4-FFF2-40B4-BE49-F238E27FC236}">
                <a16:creationId xmlns:a16="http://schemas.microsoft.com/office/drawing/2014/main" id="{951FB422-D55C-4076-9210-7B285C8A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0" rIns="9144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Runtime tested</a:t>
            </a:r>
          </a:p>
          <a:p xmlns:a="http://schemas.openxmlformats.org/drawingml/2006/main">
            <a:pPr algn="l"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Offline extraction flows run from an isolated working directory.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5DBF1B-94C8-4368-BCBB-77DCF6A1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7768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2026-07-23T05:56:35.9000000Z</dcterms:created>
  <dcterms:modified xsi:type="dcterms:W3CDTF">2026-07-23T05:56:35.9000000Z</dcterms:modified>
</coreProperties>
</file>