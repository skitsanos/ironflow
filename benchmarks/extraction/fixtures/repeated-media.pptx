
<file path=ppt/slides/_rels/slide1.xml.rels><Relationships><Relationship Id="rId1" Type="http://schemas.openxmlformats.org/officeDocument/2006/relationships/image" Target="../media/image.png"/></Relationships>
</file>

<file path=ppt/slides/_rels/slide2.xml.rels><Relationships><Relationship Id="rId1" Type="http://schemas.openxmlformats.org/officeDocument/2006/relationships/image" Target="../media/image.png"/></Relationships>
</file>

<file path=ppt/slides/_rels/slide3.xml.rels><Relationships><Relationship Id="rId1" Type="http://schemas.openxmlformats.org/officeDocument/2006/relationships/image" Target="../media/image.png"/></Relationships>
</file>

<file path=ppt/slides/_rels/slide4.xml.rels><Relationships><Relationship Id="rId1" Type="http://schemas.openxmlformats.org/officeDocument/2006/relationships/image" Target="../media/image.png"/></Relationships>
</file>

<file path=ppt/slides/_rels/slide5.xml.rels><Relationships><Relationship Id="rId1" Type="http://schemas.openxmlformats.org/officeDocument/2006/relationships/image" Target="../media/image.png"/></Relationships>
</file>

<file path=ppt/slides/_rels/slide6.xml.rels><Relationships><Relationship Id="rId1" Type="http://schemas.openxmlformats.org/officeDocument/2006/relationships/image" Target="../media/image.png"/></Relationships>
</file>

<file path=ppt/slides/_rels/slide7.xml.rels><Relationships><Relationship Id="rId1" Type="http://schemas.openxmlformats.org/officeDocument/2006/relationships/image" Target="../media/image.png"/></Relationships>
</file>

<file path=ppt/slides/_rels/slide8.xml.rels><Relationships><Relationship Id="rId1" Type="http://schemas.openxmlformats.org/officeDocument/2006/relationships/image" Target="../media/image.png"/></Relationships>
</file>

<file path=ppt/slides/_rels/slide9.xml.rels><Relationships><Relationship Id="rId1" Type="http://schemas.openxmlformats.org/officeDocument/2006/relationships/image" Target="../media/image.png"/></Relationships>
</file>

<file path=ppt/slides/_rels/slide10.xml.rels><Relationships><Relationship Id="rId1" Type="http://schemas.openxmlformats.org/officeDocument/2006/relationships/image" Target="../media/image.png"/></Relationships>
</file>

<file path=ppt/slides/_rels/slide11.xml.rels><Relationships><Relationship Id="rId1" Type="http://schemas.openxmlformats.org/officeDocument/2006/relationships/image" Target="../media/image.png"/></Relationships>
</file>

<file path=ppt/slides/_rels/slide12.xml.rels><Relationships><Relationship Id="rId1" Type="http://schemas.openxmlformats.org/officeDocument/2006/relationships/image" Target="../media/image.png"/></Relationships>
</file>

<file path=ppt/slides/_rels/slide13.xml.rels><Relationships><Relationship Id="rId1" Type="http://schemas.openxmlformats.org/officeDocument/2006/relationships/image" Target="../media/image.png"/></Relationships>
</file>

<file path=ppt/slides/_rels/slide14.xml.rels><Relationships><Relationship Id="rId1" Type="http://schemas.openxmlformats.org/officeDocument/2006/relationships/image" Target="../media/image.png"/></Relationships>
</file>

<file path=ppt/slides/_rels/slide15.xml.rels><Relationships><Relationship Id="rId1" Type="http://schemas.openxmlformats.org/officeDocument/2006/relationships/image" Target="../media/image.png"/></Relationships>
</file>

<file path=ppt/slides/_rels/slide16.xml.rels><Relationships><Relationship Id="rId1" Type="http://schemas.openxmlformats.org/officeDocument/2006/relationships/image" Target="../media/image.png"/></Relationships>
</file>

<file path=ppt/slides/_rels/slide17.xml.rels><Relationships><Relationship Id="rId1" Type="http://schemas.openxmlformats.org/officeDocument/2006/relationships/image" Target="../media/image.png"/></Relationships>
</file>

<file path=ppt/slides/_rels/slide18.xml.rels><Relationships><Relationship Id="rId1" Type="http://schemas.openxmlformats.org/officeDocument/2006/relationships/image" Target="../media/image.png"/></Relationships>
</file>

<file path=ppt/slides/_rels/slide19.xml.rels><Relationships><Relationship Id="rId1" Type="http://schemas.openxmlformats.org/officeDocument/2006/relationships/image" Target="../media/image.png"/></Relationships>
</file>

<file path=ppt/slides/_rels/slide20.xml.rels><Relationships><Relationship Id="rId1" Type="http://schemas.openxmlformats.org/officeDocument/2006/relationships/image" Target="../media/image.png"/></Relationships>
</file>

<file path=ppt/slides/_rels/slide21.xml.rels><Relationships><Relationship Id="rId1" Type="http://schemas.openxmlformats.org/officeDocument/2006/relationships/image" Target="../media/image.png"/></Relationships>
</file>

<file path=ppt/slides/_rels/slide22.xml.rels><Relationships><Relationship Id="rId1" Type="http://schemas.openxmlformats.org/officeDocument/2006/relationships/image" Target="../media/image.png"/></Relationships>
</file>

<file path=ppt/slides/_rels/slide23.xml.rels><Relationships><Relationship Id="rId1" Type="http://schemas.openxmlformats.org/officeDocument/2006/relationships/image" Target="../media/image.png"/></Relationships>
</file>

<file path=ppt/slides/_rels/slide24.xml.rels><Relationships><Relationship Id="rId1" Type="http://schemas.openxmlformats.org/officeDocument/2006/relationships/image" Target="../media/image.png"/></Relationships>
</file>

<file path=ppt/slides/_rels/slide25.xml.rels><Relationships><Relationship Id="rId1" Type="http://schemas.openxmlformats.org/officeDocument/2006/relationships/image" Target="../media/image.png"/></Relationships>
</file>

<file path=ppt/slides/_rels/slide26.xml.rels><Relationships><Relationship Id="rId1" Type="http://schemas.openxmlformats.org/officeDocument/2006/relationships/image" Target="../media/image.png"/></Relationships>
</file>

<file path=ppt/slides/_rels/slide27.xml.rels><Relationships><Relationship Id="rId1" Type="http://schemas.openxmlformats.org/officeDocument/2006/relationships/image" Target="../media/image.png"/></Relationships>
</file>

<file path=ppt/slides/_rels/slide28.xml.rels><Relationships><Relationship Id="rId1" Type="http://schemas.openxmlformats.org/officeDocument/2006/relationships/image" Target="../media/image.png"/></Relationships>
</file>

<file path=ppt/slides/_rels/slide29.xml.rels><Relationships><Relationship Id="rId1" Type="http://schemas.openxmlformats.org/officeDocument/2006/relationships/image" Target="../media/image.png"/></Relationships>
</file>

<file path=ppt/slides/_rels/slide30.xml.rels><Relationships><Relationship Id="rId1" Type="http://schemas.openxmlformats.org/officeDocument/2006/relationships/image" Target="../media/image.png"/></Relationships>
</file>

<file path=ppt/slides/_rels/slide31.xml.rels><Relationships><Relationship Id="rId1" Type="http://schemas.openxmlformats.org/officeDocument/2006/relationships/image" Target="../media/image.png"/></Relationships>
</file>

<file path=ppt/slides/_rels/slide32.xml.rels><Relationships><Relationship Id="rId1" Type="http://schemas.openxmlformats.org/officeDocument/2006/relationships/image" Target="../media/image.png"/></Relationships>
</file>

<file path=ppt/slides/_rels/slide33.xml.rels><Relationships><Relationship Id="rId1" Type="http://schemas.openxmlformats.org/officeDocument/2006/relationships/image" Target="../media/image.png"/></Relationships>
</file>

<file path=ppt/slides/_rels/slide34.xml.rels><Relationships><Relationship Id="rId1" Type="http://schemas.openxmlformats.org/officeDocument/2006/relationships/image" Target="../media/image.png"/></Relationships>
</file>

<file path=ppt/slides/_rels/slide35.xml.rels><Relationships><Relationship Id="rId1" Type="http://schemas.openxmlformats.org/officeDocument/2006/relationships/image" Target="../media/image.png"/></Relationships>
</file>

<file path=ppt/slides/_rels/slide36.xml.rels><Relationships><Relationship Id="rId1" Type="http://schemas.openxmlformats.org/officeDocument/2006/relationships/image" Target="../media/image.png"/></Relationships>
</file>

<file path=ppt/slides/_rels/slide37.xml.rels><Relationships><Relationship Id="rId1" Type="http://schemas.openxmlformats.org/officeDocument/2006/relationships/image" Target="../media/image.png"/></Relationships>
</file>

<file path=ppt/slides/_rels/slide38.xml.rels><Relationships><Relationship Id="rId1" Type="http://schemas.openxmlformats.org/officeDocument/2006/relationships/image" Target="../media/image.png"/></Relationships>
</file>

<file path=ppt/slides/_rels/slide39.xml.rels><Relationships><Relationship Id="rId1" Type="http://schemas.openxmlformats.org/officeDocument/2006/relationships/image" Target="../media/image.png"/></Relationships>
</file>

<file path=ppt/slides/_rels/slide40.xml.rels><Relationships><Relationship Id="rId1" Type="http://schemas.openxmlformats.org/officeDocument/2006/relationships/image" Target="../media/image.png"/></Relationships>
</file>

<file path=ppt/slides/_rels/slide41.xml.rels><Relationships><Relationship Id="rId1" Type="http://schemas.openxmlformats.org/officeDocument/2006/relationships/image" Target="../media/image.png"/></Relationships>
</file>

<file path=ppt/slides/_rels/slide42.xml.rels><Relationships><Relationship Id="rId1" Type="http://schemas.openxmlformats.org/officeDocument/2006/relationships/image" Target="../media/image.png"/></Relationships>
</file>

<file path=ppt/slides/_rels/slide43.xml.rels><Relationships><Relationship Id="rId1" Type="http://schemas.openxmlformats.org/officeDocument/2006/relationships/image" Target="../media/image.png"/></Relationships>
</file>

<file path=ppt/slides/_rels/slide44.xml.rels><Relationships><Relationship Id="rId1" Type="http://schemas.openxmlformats.org/officeDocument/2006/relationships/image" Target="../media/image.png"/></Relationships>
</file>

<file path=ppt/slides/_rels/slide45.xml.rels><Relationships><Relationship Id="rId1" Type="http://schemas.openxmlformats.org/officeDocument/2006/relationships/image" Target="../media/image.png"/></Relationships>
</file>

<file path=ppt/slides/_rels/slide46.xml.rels><Relationships><Relationship Id="rId1" Type="http://schemas.openxmlformats.org/officeDocument/2006/relationships/image" Target="../media/image.png"/></Relationships>
</file>

<file path=ppt/slides/_rels/slide47.xml.rels><Relationships><Relationship Id="rId1" Type="http://schemas.openxmlformats.org/officeDocument/2006/relationships/image" Target="../media/image.png"/></Relationships>
</file>

<file path=ppt/slides/_rels/slide48.xml.rels><Relationships><Relationship Id="rId1" Type="http://schemas.openxmlformats.org/officeDocument/2006/relationships/image" Target="../media/image.png"/></Relationships>
</file>

<file path=ppt/slides/slide1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5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6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7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8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9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0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1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2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3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4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5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6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7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8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19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0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1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2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3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4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5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6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7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8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29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0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1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2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3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4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5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6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7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8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39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0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1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2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3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4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5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6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7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

<file path=ppt/slides/slide48.xml><?xml version="1.0" encoding="utf-8"?>
<sld>
  <pic>
    <cNvPr descr="image-0"/>
    <blip embed="rId1"/>
  </pic>
  <pic>
    <cNvPr descr="image-1"/>
    <blip embed="rId1"/>
  </pic>
  <pic>
    <cNvPr descr="image-2"/>
    <blip embed="rId1"/>
  </pic>
  <pic>
    <cNvPr descr="image-3"/>
    <blip embed="rId1"/>
  </pic>
  <pic>
    <cNvPr descr="image-4"/>
    <blip embed="rId1"/>
  </pic>
  <pic>
    <cNvPr descr="image-5"/>
    <blip embed="rId1"/>
  </pic>
  <pic>
    <cNvPr descr="image-6"/>
    <blip embed="rId1"/>
  </pic>
  <pic>
    <cNvPr descr="image-7"/>
    <blip embed="rId1"/>
  </pic>
</sld>
</file>