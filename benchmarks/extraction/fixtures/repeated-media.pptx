
<file path=ppt/presentation.xml><?xml version="1.0" encoding="utf-8"?>
<p:presentation xmlns:p="http://schemas.openxmlformats.org/presentationml/2006/main" xmlns:r="http://schemas.openxmlformats.org/officeDocument/2006/relationships">
  <p:sldIdLst>
    <p:sldId id="256" r:id="s1"/>
    <p:sldId id="257" r:id="s2"/>
    <p:sldId id="258" r:id="s3"/>
    <p:sldId id="259" r:id="s4"/>
    <p:sldId id="260" r:id="s5"/>
    <p:sldId id="261" r:id="s6"/>
    <p:sldId id="262" r:id="s7"/>
    <p:sldId id="263" r:id="s8"/>
    <p:sldId id="264" r:id="s9"/>
    <p:sldId id="265" r:id="s10"/>
    <p:sldId id="266" r:id="s11"/>
    <p:sldId id="267" r:id="s12"/>
    <p:sldId id="268" r:id="s13"/>
    <p:sldId id="269" r:id="s14"/>
    <p:sldId id="270" r:id="s15"/>
    <p:sldId id="271" r:id="s16"/>
    <p:sldId id="272" r:id="s17"/>
    <p:sldId id="273" r:id="s18"/>
    <p:sldId id="274" r:id="s19"/>
    <p:sldId id="275" r:id="s20"/>
    <p:sldId id="276" r:id="s21"/>
    <p:sldId id="277" r:id="s22"/>
    <p:sldId id="278" r:id="s23"/>
    <p:sldId id="279" r:id="s24"/>
    <p:sldId id="280" r:id="s25"/>
    <p:sldId id="281" r:id="s26"/>
    <p:sldId id="282" r:id="s27"/>
    <p:sldId id="283" r:id="s28"/>
    <p:sldId id="284" r:id="s29"/>
    <p:sldId id="285" r:id="s30"/>
    <p:sldId id="286" r:id="s31"/>
    <p:sldId id="287" r:id="s32"/>
    <p:sldId id="288" r:id="s33"/>
    <p:sldId id="289" r:id="s34"/>
    <p:sldId id="290" r:id="s35"/>
    <p:sldId id="291" r:id="s36"/>
    <p:sldId id="292" r:id="s37"/>
    <p:sldId id="293" r:id="s38"/>
    <p:sldId id="294" r:id="s39"/>
    <p:sldId id="295" r:id="s40"/>
    <p:sldId id="296" r:id="s41"/>
    <p:sldId id="297" r:id="s42"/>
    <p:sldId id="298" r:id="s43"/>
    <p:sldId id="299" r:id="s44"/>
    <p:sldId id="300" r:id="s45"/>
    <p:sldId id="301" r:id="s46"/>
    <p:sldId id="302" r:id="s47"/>
    <p:sldId id="303" r:id="s48"/>
  </p:sldIdLst>
</p:presentation>
</file>

<file path=ppt/_rels/presentation.xml.rels><Relationships xmlns="http://schemas.openxmlformats.org/package/2006/relationships"><Relationship Id="s1" Type="http://schemas.openxmlformats.org/officeDocument/2006/relationships/slide" Target="slides/slide1.xml"/><Relationship Id="s2" Type="http://schemas.openxmlformats.org/officeDocument/2006/relationships/slide" Target="slides/slide2.xml"/><Relationship Id="s3" Type="http://schemas.openxmlformats.org/officeDocument/2006/relationships/slide" Target="slides/slide3.xml"/><Relationship Id="s4" Type="http://schemas.openxmlformats.org/officeDocument/2006/relationships/slide" Target="slides/slide4.xml"/><Relationship Id="s5" Type="http://schemas.openxmlformats.org/officeDocument/2006/relationships/slide" Target="slides/slide5.xml"/><Relationship Id="s6" Type="http://schemas.openxmlformats.org/officeDocument/2006/relationships/slide" Target="slides/slide6.xml"/><Relationship Id="s7" Type="http://schemas.openxmlformats.org/officeDocument/2006/relationships/slide" Target="slides/slide7.xml"/><Relationship Id="s8" Type="http://schemas.openxmlformats.org/officeDocument/2006/relationships/slide" Target="slides/slide8.xml"/><Relationship Id="s9" Type="http://schemas.openxmlformats.org/officeDocument/2006/relationships/slide" Target="slides/slide9.xml"/><Relationship Id="s10" Type="http://schemas.openxmlformats.org/officeDocument/2006/relationships/slide" Target="slides/slide10.xml"/><Relationship Id="s11" Type="http://schemas.openxmlformats.org/officeDocument/2006/relationships/slide" Target="slides/slide11.xml"/><Relationship Id="s12" Type="http://schemas.openxmlformats.org/officeDocument/2006/relationships/slide" Target="slides/slide12.xml"/><Relationship Id="s13" Type="http://schemas.openxmlformats.org/officeDocument/2006/relationships/slide" Target="slides/slide13.xml"/><Relationship Id="s14" Type="http://schemas.openxmlformats.org/officeDocument/2006/relationships/slide" Target="slides/slide14.xml"/><Relationship Id="s15" Type="http://schemas.openxmlformats.org/officeDocument/2006/relationships/slide" Target="slides/slide15.xml"/><Relationship Id="s16" Type="http://schemas.openxmlformats.org/officeDocument/2006/relationships/slide" Target="slides/slide16.xml"/><Relationship Id="s17" Type="http://schemas.openxmlformats.org/officeDocument/2006/relationships/slide" Target="slides/slide17.xml"/><Relationship Id="s18" Type="http://schemas.openxmlformats.org/officeDocument/2006/relationships/slide" Target="slides/slide18.xml"/><Relationship Id="s19" Type="http://schemas.openxmlformats.org/officeDocument/2006/relationships/slide" Target="slides/slide19.xml"/><Relationship Id="s20" Type="http://schemas.openxmlformats.org/officeDocument/2006/relationships/slide" Target="slides/slide20.xml"/><Relationship Id="s21" Type="http://schemas.openxmlformats.org/officeDocument/2006/relationships/slide" Target="slides/slide21.xml"/><Relationship Id="s22" Type="http://schemas.openxmlformats.org/officeDocument/2006/relationships/slide" Target="slides/slide22.xml"/><Relationship Id="s23" Type="http://schemas.openxmlformats.org/officeDocument/2006/relationships/slide" Target="slides/slide23.xml"/><Relationship Id="s24" Type="http://schemas.openxmlformats.org/officeDocument/2006/relationships/slide" Target="slides/slide24.xml"/><Relationship Id="s25" Type="http://schemas.openxmlformats.org/officeDocument/2006/relationships/slide" Target="slides/slide25.xml"/><Relationship Id="s26" Type="http://schemas.openxmlformats.org/officeDocument/2006/relationships/slide" Target="slides/slide26.xml"/><Relationship Id="s27" Type="http://schemas.openxmlformats.org/officeDocument/2006/relationships/slide" Target="slides/slide27.xml"/><Relationship Id="s28" Type="http://schemas.openxmlformats.org/officeDocument/2006/relationships/slide" Target="slides/slide28.xml"/><Relationship Id="s29" Type="http://schemas.openxmlformats.org/officeDocument/2006/relationships/slide" Target="slides/slide29.xml"/><Relationship Id="s30" Type="http://schemas.openxmlformats.org/officeDocument/2006/relationships/slide" Target="slides/slide30.xml"/><Relationship Id="s31" Type="http://schemas.openxmlformats.org/officeDocument/2006/relationships/slide" Target="slides/slide31.xml"/><Relationship Id="s32" Type="http://schemas.openxmlformats.org/officeDocument/2006/relationships/slide" Target="slides/slide32.xml"/><Relationship Id="s33" Type="http://schemas.openxmlformats.org/officeDocument/2006/relationships/slide" Target="slides/slide33.xml"/><Relationship Id="s34" Type="http://schemas.openxmlformats.org/officeDocument/2006/relationships/slide" Target="slides/slide34.xml"/><Relationship Id="s35" Type="http://schemas.openxmlformats.org/officeDocument/2006/relationships/slide" Target="slides/slide35.xml"/><Relationship Id="s36" Type="http://schemas.openxmlformats.org/officeDocument/2006/relationships/slide" Target="slides/slide36.xml"/><Relationship Id="s37" Type="http://schemas.openxmlformats.org/officeDocument/2006/relationships/slide" Target="slides/slide37.xml"/><Relationship Id="s38" Type="http://schemas.openxmlformats.org/officeDocument/2006/relationships/slide" Target="slides/slide38.xml"/><Relationship Id="s39" Type="http://schemas.openxmlformats.org/officeDocument/2006/relationships/slide" Target="slides/slide39.xml"/><Relationship Id="s40" Type="http://schemas.openxmlformats.org/officeDocument/2006/relationships/slide" Target="slides/slide40.xml"/><Relationship Id="s41" Type="http://schemas.openxmlformats.org/officeDocument/2006/relationships/slide" Target="slides/slide41.xml"/><Relationship Id="s42" Type="http://schemas.openxmlformats.org/officeDocument/2006/relationships/slide" Target="slides/slide42.xml"/><Relationship Id="s43" Type="http://schemas.openxmlformats.org/officeDocument/2006/relationships/slide" Target="slides/slide43.xml"/><Relationship Id="s44" Type="http://schemas.openxmlformats.org/officeDocument/2006/relationships/slide" Target="slides/slide44.xml"/><Relationship Id="s45" Type="http://schemas.openxmlformats.org/officeDocument/2006/relationships/slide" Target="slides/slide45.xml"/><Relationship Id="s46" Type="http://schemas.openxmlformats.org/officeDocument/2006/relationships/slide" Target="slides/slide46.xml"/><Relationship Id="s47" Type="http://schemas.openxmlformats.org/officeDocument/2006/relationships/slide" Target="slides/slide47.xml"/><Relationship Id="s48" Type="http://schemas.openxmlformats.org/officeDocument/2006/relationships/slide" Target="slides/slide48.xml"/></Relationships>
</file>

<file path=ppt/slides/_rels/slide1.xml.rels><Relationships><Relationship Id="rId1" Type="http://schemas.openxmlformats.org/officeDocument/2006/relationships/image" Target="../media/image.png"/></Relationships>
</file>

<file path=ppt/slides/_rels/slide2.xml.rels><Relationships><Relationship Id="rId1" Type="http://schemas.openxmlformats.org/officeDocument/2006/relationships/image" Target="../media/image.png"/></Relationships>
</file>

<file path=ppt/slides/_rels/slide3.xml.rels><Relationships><Relationship Id="rId1" Type="http://schemas.openxmlformats.org/officeDocument/2006/relationships/image" Target="../media/image.png"/></Relationships>
</file>

<file path=ppt/slides/_rels/slide4.xml.rels><Relationships><Relationship Id="rId1" Type="http://schemas.openxmlformats.org/officeDocument/2006/relationships/image" Target="../media/image.png"/></Relationships>
</file>

<file path=ppt/slides/_rels/slide5.xml.rels><Relationships><Relationship Id="rId1" Type="http://schemas.openxmlformats.org/officeDocument/2006/relationships/image" Target="../media/image.png"/></Relationships>
</file>

<file path=ppt/slides/_rels/slide6.xml.rels><Relationships><Relationship Id="rId1" Type="http://schemas.openxmlformats.org/officeDocument/2006/relationships/image" Target="../media/image.png"/></Relationships>
</file>

<file path=ppt/slides/_rels/slide7.xml.rels><Relationships><Relationship Id="rId1" Type="http://schemas.openxmlformats.org/officeDocument/2006/relationships/image" Target="../media/image.png"/></Relationships>
</file>

<file path=ppt/slides/_rels/slide8.xml.rels><Relationships><Relationship Id="rId1" Type="http://schemas.openxmlformats.org/officeDocument/2006/relationships/image" Target="../media/image.png"/></Relationships>
</file>

<file path=ppt/slides/_rels/slide9.xml.rels><Relationships><Relationship Id="rId1" Type="http://schemas.openxmlformats.org/officeDocument/2006/relationships/image" Target="../media/image.png"/></Relationships>
</file>

<file path=ppt/slides/_rels/slide10.xml.rels><Relationships><Relationship Id="rId1" Type="http://schemas.openxmlformats.org/officeDocument/2006/relationships/image" Target="../media/image.png"/></Relationships>
</file>

<file path=ppt/slides/_rels/slide11.xml.rels><Relationships><Relationship Id="rId1" Type="http://schemas.openxmlformats.org/officeDocument/2006/relationships/image" Target="../media/image.png"/></Relationships>
</file>

<file path=ppt/slides/_rels/slide12.xml.rels><Relationships><Relationship Id="rId1" Type="http://schemas.openxmlformats.org/officeDocument/2006/relationships/image" Target="../media/image.png"/></Relationships>
</file>

<file path=ppt/slides/_rels/slide13.xml.rels><Relationships><Relationship Id="rId1" Type="http://schemas.openxmlformats.org/officeDocument/2006/relationships/image" Target="../media/image.png"/></Relationships>
</file>

<file path=ppt/slides/_rels/slide14.xml.rels><Relationships><Relationship Id="rId1" Type="http://schemas.openxmlformats.org/officeDocument/2006/relationships/image" Target="../media/image.png"/></Relationships>
</file>

<file path=ppt/slides/_rels/slide15.xml.rels><Relationships><Relationship Id="rId1" Type="http://schemas.openxmlformats.org/officeDocument/2006/relationships/image" Target="../media/image.png"/></Relationships>
</file>

<file path=ppt/slides/_rels/slide16.xml.rels><Relationships><Relationship Id="rId1" Type="http://schemas.openxmlformats.org/officeDocument/2006/relationships/image" Target="../media/image.png"/></Relationships>
</file>

<file path=ppt/slides/_rels/slide17.xml.rels><Relationships><Relationship Id="rId1" Type="http://schemas.openxmlformats.org/officeDocument/2006/relationships/image" Target="../media/image.png"/></Relationships>
</file>

<file path=ppt/slides/_rels/slide18.xml.rels><Relationships><Relationship Id="rId1" Type="http://schemas.openxmlformats.org/officeDocument/2006/relationships/image" Target="../media/image.png"/></Relationships>
</file>

<file path=ppt/slides/_rels/slide19.xml.rels><Relationships><Relationship Id="rId1" Type="http://schemas.openxmlformats.org/officeDocument/2006/relationships/image" Target="../media/image.png"/></Relationships>
</file>

<file path=ppt/slides/_rels/slide20.xml.rels><Relationships><Relationship Id="rId1" Type="http://schemas.openxmlformats.org/officeDocument/2006/relationships/image" Target="../media/image.png"/></Relationships>
</file>

<file path=ppt/slides/_rels/slide21.xml.rels><Relationships><Relationship Id="rId1" Type="http://schemas.openxmlformats.org/officeDocument/2006/relationships/image" Target="../media/image.png"/></Relationships>
</file>

<file path=ppt/slides/_rels/slide22.xml.rels><Relationships><Relationship Id="rId1" Type="http://schemas.openxmlformats.org/officeDocument/2006/relationships/image" Target="../media/image.png"/></Relationships>
</file>

<file path=ppt/slides/_rels/slide23.xml.rels><Relationships><Relationship Id="rId1" Type="http://schemas.openxmlformats.org/officeDocument/2006/relationships/image" Target="../media/image.png"/></Relationships>
</file>

<file path=ppt/slides/_rels/slide24.xml.rels><Relationships><Relationship Id="rId1" Type="http://schemas.openxmlformats.org/officeDocument/2006/relationships/image" Target="../media/image.png"/></Relationships>
</file>

<file path=ppt/slides/_rels/slide25.xml.rels><Relationships><Relationship Id="rId1" Type="http://schemas.openxmlformats.org/officeDocument/2006/relationships/image" Target="../media/image.png"/></Relationships>
</file>

<file path=ppt/slides/_rels/slide26.xml.rels><Relationships><Relationship Id="rId1" Type="http://schemas.openxmlformats.org/officeDocument/2006/relationships/image" Target="../media/image.png"/></Relationships>
</file>

<file path=ppt/slides/_rels/slide27.xml.rels><Relationships><Relationship Id="rId1" Type="http://schemas.openxmlformats.org/officeDocument/2006/relationships/image" Target="../media/image.png"/></Relationships>
</file>

<file path=ppt/slides/_rels/slide28.xml.rels><Relationships><Relationship Id="rId1" Type="http://schemas.openxmlformats.org/officeDocument/2006/relationships/image" Target="../media/image.png"/></Relationships>
</file>

<file path=ppt/slides/_rels/slide29.xml.rels><Relationships><Relationship Id="rId1" Type="http://schemas.openxmlformats.org/officeDocument/2006/relationships/image" Target="../media/image.png"/></Relationships>
</file>

<file path=ppt/slides/_rels/slide30.xml.rels><Relationships><Relationship Id="rId1" Type="http://schemas.openxmlformats.org/officeDocument/2006/relationships/image" Target="../media/image.png"/></Relationships>
</file>

<file path=ppt/slides/_rels/slide31.xml.rels><Relationships><Relationship Id="rId1" Type="http://schemas.openxmlformats.org/officeDocument/2006/relationships/image" Target="../media/image.png"/></Relationships>
</file>

<file path=ppt/slides/_rels/slide32.xml.rels><Relationships><Relationship Id="rId1" Type="http://schemas.openxmlformats.org/officeDocument/2006/relationships/image" Target="../media/image.png"/></Relationships>
</file>

<file path=ppt/slides/_rels/slide33.xml.rels><Relationships><Relationship Id="rId1" Type="http://schemas.openxmlformats.org/officeDocument/2006/relationships/image" Target="../media/image.png"/></Relationships>
</file>

<file path=ppt/slides/_rels/slide34.xml.rels><Relationships><Relationship Id="rId1" Type="http://schemas.openxmlformats.org/officeDocument/2006/relationships/image" Target="../media/image.png"/></Relationships>
</file>

<file path=ppt/slides/_rels/slide35.xml.rels><Relationships><Relationship Id="rId1" Type="http://schemas.openxmlformats.org/officeDocument/2006/relationships/image" Target="../media/image.png"/></Relationships>
</file>

<file path=ppt/slides/_rels/slide36.xml.rels><Relationships><Relationship Id="rId1" Type="http://schemas.openxmlformats.org/officeDocument/2006/relationships/image" Target="../media/image.png"/></Relationships>
</file>

<file path=ppt/slides/_rels/slide37.xml.rels><Relationships><Relationship Id="rId1" Type="http://schemas.openxmlformats.org/officeDocument/2006/relationships/image" Target="../media/image.png"/></Relationships>
</file>

<file path=ppt/slides/_rels/slide38.xml.rels><Relationships><Relationship Id="rId1" Type="http://schemas.openxmlformats.org/officeDocument/2006/relationships/image" Target="../media/image.png"/></Relationships>
</file>

<file path=ppt/slides/_rels/slide39.xml.rels><Relationships><Relationship Id="rId1" Type="http://schemas.openxmlformats.org/officeDocument/2006/relationships/image" Target="../media/image.png"/></Relationships>
</file>

<file path=ppt/slides/_rels/slide40.xml.rels><Relationships><Relationship Id="rId1" Type="http://schemas.openxmlformats.org/officeDocument/2006/relationships/image" Target="../media/image.png"/></Relationships>
</file>

<file path=ppt/slides/_rels/slide41.xml.rels><Relationships><Relationship Id="rId1" Type="http://schemas.openxmlformats.org/officeDocument/2006/relationships/image" Target="../media/image.png"/></Relationships>
</file>

<file path=ppt/slides/_rels/slide42.xml.rels><Relationships><Relationship Id="rId1" Type="http://schemas.openxmlformats.org/officeDocument/2006/relationships/image" Target="../media/image.png"/></Relationships>
</file>

<file path=ppt/slides/_rels/slide43.xml.rels><Relationships><Relationship Id="rId1" Type="http://schemas.openxmlformats.org/officeDocument/2006/relationships/image" Target="../media/image.png"/></Relationships>
</file>

<file path=ppt/slides/_rels/slide44.xml.rels><Relationships><Relationship Id="rId1" Type="http://schemas.openxmlformats.org/officeDocument/2006/relationships/image" Target="../media/image.png"/></Relationships>
</file>

<file path=ppt/slides/_rels/slide45.xml.rels><Relationships><Relationship Id="rId1" Type="http://schemas.openxmlformats.org/officeDocument/2006/relationships/image" Target="../media/image.png"/></Relationships>
</file>

<file path=ppt/slides/_rels/slide46.xml.rels><Relationships><Relationship Id="rId1" Type="http://schemas.openxmlformats.org/officeDocument/2006/relationships/image" Target="../media/image.png"/></Relationships>
</file>

<file path=ppt/slides/_rels/slide47.xml.rels><Relationships><Relationship Id="rId1" Type="http://schemas.openxmlformats.org/officeDocument/2006/relationships/image" Target="../media/image.png"/></Relationships>
</file>

<file path=ppt/slides/_rels/slide48.xml.rels><Relationships><Relationship Id="rId1" Type="http://schemas.openxmlformats.org/officeDocument/2006/relationships/image" Target="../media/image.png"/></Relationships>
</file>

<file path=ppt/slides/slide1.xml><?xml version="1.0" encoding="utf-8"?>
<sld>
  <pic>
    <cNvPr descr="image-0"/>
    <blip embed="rId1"/>
  </pic>
  <pic>
    <cNvPr descr="image-1"/>
    <blip embed="rId1"/>
  </pic>
  <pic>
    <cNvPr descr="image-2"/>
    <blip embed="rId1"/>
  </pic>
  <pic>
    <cNvPr descr="image-3"/>
    <blip embed="rId1"/>
  </pic>
  <pic>
    <cNvPr descr="image-4"/>
    <blip embed="rId1"/>
  </pic>
  <pic>
    <cNvPr descr="image-5"/>
    <blip embed="rId1"/>
  </pic>
  <pic>
    <cNvPr descr="image-6"/>
    <blip embed="rId1"/>
  </pic>
  <pic>
    <cNvPr descr="image-7"/>
    <blip embed="rId1"/>
  </pic>
</sld>
</file>

<file path=ppt/slides/slide2.xml><?xml version="1.0" encoding="utf-8"?>
<sld>
  <pic>
    <cNvPr descr="image-0"/>
    <blip embed="rId1"/>
  </pic>
  <pic>
    <cNvPr descr="image-1"/>
    <blip embed="rId1"/>
  </pic>
  <pic>
    <cNvPr descr="image-2"/>
    <blip embed="rId1"/>
  </pic>
  <pic>
    <cNvPr descr="image-3"/>
    <blip embed="rId1"/>
  </pic>
  <pic>
    <cNvPr descr="image-4"/>
    <blip embed="rId1"/>
  </pic>
  <pic>
    <cNvPr descr="image-5"/>
    <blip embed="rId1"/>
  </pic>
  <pic>
    <cNvPr descr="image-6"/>
    <blip embed="rId1"/>
  </pic>
  <pic>
    <cNvPr descr="image-7"/>
    <blip embed="rId1"/>
  </pic>
</sld>
</file>

<file path=ppt/slides/slide3.xml><?xml version="1.0" encoding="utf-8"?>
<sld>
  <pic>
    <cNvPr descr="image-0"/>
    <blip embed="rId1"/>
  </pic>
  <pic>
    <cNvPr descr="image-1"/>
    <blip embed="rId1"/>
  </pic>
  <pic>
    <cNvPr descr="image-2"/>
    <blip embed="rId1"/>
  </pic>
  <pic>
    <cNvPr descr="image-3"/>
    <blip embed="rId1"/>
  </pic>
  <pic>
    <cNvPr descr="image-4"/>
    <blip embed="rId1"/>
  </pic>
  <pic>
    <cNvPr descr="image-5"/>
    <blip embed="rId1"/>
  </pic>
  <pic>
    <cNvPr descr="image-6"/>
    <blip embed="rId1"/>
  </pic>
  <pic>
    <cNvPr descr="image-7"/>
    <blip embed="rId1"/>
  </pic>
</sld>
</file>

<file path=ppt/slides/slide4.xml><?xml version="1.0" encoding="utf-8"?>
<sld>
  <pic>
    <cNvPr descr="image-0"/>
    <blip embed="rId1"/>
  </pic>
  <pic>
    <cNvPr descr="image-1"/>
    <blip embed="rId1"/>
  </pic>
  <pic>
    <cNvPr descr="image-2"/>
    <blip embed="rId1"/>
  </pic>
  <pic>
    <cNvPr descr="image-3"/>
    <blip embed="rId1"/>
  </pic>
  <pic>
    <cNvPr descr="image-4"/>
    <blip embed="rId1"/>
  </pic>
  <pic>
    <cNvPr descr="image-5"/>
    <blip embed="rId1"/>
  </pic>
  <pic>
    <cNvPr descr="image-6"/>
    <blip embed="rId1"/>
  </pic>
  <pic>
    <cNvPr descr="image-7"/>
    <blip embed="rId1"/>
  </pic>
</sld>
</file>

<file path=ppt/slides/slide5.xml><?xml version="1.0" encoding="utf-8"?>
<sld>
  <pic>
    <cNvPr descr="image-0"/>
    <blip embed="rId1"/>
  </pic>
  <pic>
    <cNvPr descr="image-1"/>
    <blip embed="rId1"/>
  </pic>
  <pic>
    <cNvPr descr="image-2"/>
    <blip embed="rId1"/>
  </pic>
  <pic>
    <cNvPr descr="image-3"/>
    <blip embed="rId1"/>
  </pic>
  <pic>
    <cNvPr descr="image-4"/>
    <blip embed="rId1"/>
  </pic>
  <pic>
    <cNvPr descr="image-5"/>
    <blip embed="rId1"/>
  </pic>
  <pic>
    <cNvPr descr="image-6"/>
    <blip embed="rId1"/>
  </pic>
  <pic>
    <cNvPr descr="image-7"/>
    <blip embed="rId1"/>
  </pic>
</sld>
</file>

<file path=ppt/slides/slide6.xml><?xml version="1.0" encoding="utf-8"?>
<sld>
  <pic>
    <cNvPr descr="image-0"/>
    <blip embed="rId1"/>
  </pic>
  <pic>
    <cNvPr descr="image-1"/>
    <blip embed="rId1"/>
  </pic>
  <pic>
    <cNvPr descr="image-2"/>
    <blip embed="rId1"/>
  </pic>
  <pic>
    <cNvPr descr="image-3"/>
    <blip embed="rId1"/>
  </pic>
  <pic>
    <cNvPr descr="image-4"/>
    <blip embed="rId1"/>
  </pic>
  <pic>
    <cNvPr descr="image-5"/>
    <blip embed="rId1"/>
  </pic>
  <pic>
    <cNvPr descr="image-6"/>
    <blip embed="rId1"/>
  </pic>
  <pic>
    <cNvPr descr="image-7"/>
    <blip embed="rId1"/>
  </pic>
</sld>
</file>

<file path=ppt/slides/slide7.xml><?xml version="1.0" encoding="utf-8"?>
<sld>
  <pic>
    <cNvPr descr="image-0"/>
    <blip embed="rId1"/>
  </pic>
  <pic>
    <cNvPr descr="image-1"/>
    <blip embed="rId1"/>
  </pic>
  <pic>
    <cNvPr descr="image-2"/>
    <blip embed="rId1"/>
  </pic>
  <pic>
    <cNvPr descr="image-3"/>
    <blip embed="rId1"/>
  </pic>
  <pic>
    <cNvPr descr="image-4"/>
    <blip embed="rId1"/>
  </pic>
  <pic>
    <cNvPr descr="image-5"/>
    <blip embed="rId1"/>
  </pic>
  <pic>
    <cNvPr descr="image-6"/>
    <blip embed="rId1"/>
  </pic>
  <pic>
    <cNvPr descr="image-7"/>
    <blip embed="rId1"/>
  </pic>
</sld>
</file>

<file path=ppt/slides/slide8.xml><?xml version="1.0" encoding="utf-8"?>
<sld>
  <pic>
    <cNvPr descr="image-0"/>
    <blip embed="rId1"/>
  </pic>
  <pic>
    <cNvPr descr="image-1"/>
    <blip embed="rId1"/>
  </pic>
  <pic>
    <cNvPr descr="image-2"/>
    <blip embed="rId1"/>
  </pic>
  <pic>
    <cNvPr descr="image-3"/>
    <blip embed="rId1"/>
  </pic>
  <pic>
    <cNvPr descr="image-4"/>
    <blip embed="rId1"/>
  </pic>
  <pic>
    <cNvPr descr="image-5"/>
    <blip embed="rId1"/>
  </pic>
  <pic>
    <cNvPr descr="image-6"/>
    <blip embed="rId1"/>
  </pic>
  <pic>
    <cNvPr descr="image-7"/>
    <blip embed="rId1"/>
  </pic>
</sld>
</file>

<file path=ppt/slides/slide9.xml><?xml version="1.0" encoding="utf-8"?>
<sld>
  <pic>
    <cNvPr descr="image-0"/>
    <blip embed="rId1"/>
  </pic>
  <pic>
    <cNvPr descr="image-1"/>
    <blip embed="rId1"/>
  </pic>
  <pic>
    <cNvPr descr="image-2"/>
    <blip embed="rId1"/>
  </pic>
  <pic>
    <cNvPr descr="image-3"/>
    <blip embed="rId1"/>
  </pic>
  <pic>
    <cNvPr descr="image-4"/>
    <blip embed="rId1"/>
  </pic>
  <pic>
    <cNvPr descr="image-5"/>
    <blip embed="rId1"/>
  </pic>
  <pic>
    <cNvPr descr="image-6"/>
    <blip embed="rId1"/>
  </pic>
  <pic>
    <cNvPr descr="image-7"/>
    <blip embed="rId1"/>
  </pic>
</sld>
</file>

<file path=ppt/slides/slide10.xml><?xml version="1.0" encoding="utf-8"?>
<sld>
  <pic>
    <cNvPr descr="image-0"/>
    <blip embed="rId1"/>
  </pic>
  <pic>
    <cNvPr descr="image-1"/>
    <blip embed="rId1"/>
  </pic>
  <pic>
    <cNvPr descr="image-2"/>
    <blip embed="rId1"/>
  </pic>
  <pic>
    <cNvPr descr="image-3"/>
    <blip embed="rId1"/>
  </pic>
  <pic>
    <cNvPr descr="image-4"/>
    <blip embed="rId1"/>
  </pic>
  <pic>
    <cNvPr descr="image-5"/>
    <blip embed="rId1"/>
  </pic>
  <pic>
    <cNvPr descr="image-6"/>
    <blip embed="rId1"/>
  </pic>
  <pic>
    <cNvPr descr="image-7"/>
    <blip embed="rId1"/>
  </pic>
</sld>
</file>

<file path=ppt/slides/slide11.xml><?xml version="1.0" encoding="utf-8"?>
<sld>
  <pic>
    <cNvPr descr="image-0"/>
    <blip embed="rId1"/>
  </pic>
  <pic>
    <cNvPr descr="image-1"/>
    <blip embed="rId1"/>
  </pic>
  <pic>
    <cNvPr descr="image-2"/>
    <blip embed="rId1"/>
  </pic>
  <pic>
    <cNvPr descr="image-3"/>
    <blip embed="rId1"/>
  </pic>
  <pic>
    <cNvPr descr="image-4"/>
    <blip embed="rId1"/>
  </pic>
  <pic>
    <cNvPr descr="image-5"/>
    <blip embed="rId1"/>
  </pic>
  <pic>
    <cNvPr descr="image-6"/>
    <blip embed="rId1"/>
  </pic>
  <pic>
    <cNvPr descr="image-7"/>
    <blip embed="rId1"/>
  </pic>
</sld>
</file>

<file path=ppt/slides/slide12.xml><?xml version="1.0" encoding="utf-8"?>
<sld>
  <pic>
    <cNvPr descr="image-0"/>
    <blip embed="rId1"/>
  </pic>
  <pic>
    <cNvPr descr="image-1"/>
    <blip embed="rId1"/>
  </pic>
  <pic>
    <cNvPr descr="image-2"/>
    <blip embed="rId1"/>
  </pic>
  <pic>
    <cNvPr descr="image-3"/>
    <blip embed="rId1"/>
  </pic>
  <pic>
    <cNvPr descr="image-4"/>
    <blip embed="rId1"/>
  </pic>
  <pic>
    <cNvPr descr="image-5"/>
    <blip embed="rId1"/>
  </pic>
  <pic>
    <cNvPr descr="image-6"/>
    <blip embed="rId1"/>
  </pic>
  <pic>
    <cNvPr descr="image-7"/>
    <blip embed="rId1"/>
  </pic>
</sld>
</file>

<file path=ppt/slides/slide13.xml><?xml version="1.0" encoding="utf-8"?>
<sld>
  <pic>
    <cNvPr descr="image-0"/>
    <blip embed="rId1"/>
  </pic>
  <pic>
    <cNvPr descr="image-1"/>
    <blip embed="rId1"/>
  </pic>
  <pic>
    <cNvPr descr="image-2"/>
    <blip embed="rId1"/>
  </pic>
  <pic>
    <cNvPr descr="image-3"/>
    <blip embed="rId1"/>
  </pic>
  <pic>
    <cNvPr descr="image-4"/>
    <blip embed="rId1"/>
  </pic>
  <pic>
    <cNvPr descr="image-5"/>
    <blip embed="rId1"/>
  </pic>
  <pic>
    <cNvPr descr="image-6"/>
    <blip embed="rId1"/>
  </pic>
  <pic>
    <cNvPr descr="image-7"/>
    <blip embed="rId1"/>
  </pic>
</sld>
</file>

<file path=ppt/slides/slide14.xml><?xml version="1.0" encoding="utf-8"?>
<sld>
  <pic>
    <cNvPr descr="image-0"/>
    <blip embed="rId1"/>
  </pic>
  <pic>
    <cNvPr descr="image-1"/>
    <blip embed="rId1"/>
  </pic>
  <pic>
    <cNvPr descr="image-2"/>
    <blip embed="rId1"/>
  </pic>
  <pic>
    <cNvPr descr="image-3"/>
    <blip embed="rId1"/>
  </pic>
  <pic>
    <cNvPr descr="image-4"/>
    <blip embed="rId1"/>
  </pic>
  <pic>
    <cNvPr descr="image-5"/>
    <blip embed="rId1"/>
  </pic>
  <pic>
    <cNvPr descr="image-6"/>
    <blip embed="rId1"/>
  </pic>
  <pic>
    <cNvPr descr="image-7"/>
    <blip embed="rId1"/>
  </pic>
</sld>
</file>

<file path=ppt/slides/slide15.xml><?xml version="1.0" encoding="utf-8"?>
<sld>
  <pic>
    <cNvPr descr="image-0"/>
    <blip embed="rId1"/>
  </pic>
  <pic>
    <cNvPr descr="image-1"/>
    <blip embed="rId1"/>
  </pic>
  <pic>
    <cNvPr descr="image-2"/>
    <blip embed="rId1"/>
  </pic>
  <pic>
    <cNvPr descr="image-3"/>
    <blip embed="rId1"/>
  </pic>
  <pic>
    <cNvPr descr="image-4"/>
    <blip embed="rId1"/>
  </pic>
  <pic>
    <cNvPr descr="image-5"/>
    <blip embed="rId1"/>
  </pic>
  <pic>
    <cNvPr descr="image-6"/>
    <blip embed="rId1"/>
  </pic>
  <pic>
    <cNvPr descr="image-7"/>
    <blip embed="rId1"/>
  </pic>
</sld>
</file>

<file path=ppt/slides/slide16.xml><?xml version="1.0" encoding="utf-8"?>
<sld>
  <pic>
    <cNvPr descr="image-0"/>
    <blip embed="rId1"/>
  </pic>
  <pic>
    <cNvPr descr="image-1"/>
    <blip embed="rId1"/>
  </pic>
  <pic>
    <cNvPr descr="image-2"/>
    <blip embed="rId1"/>
  </pic>
  <pic>
    <cNvPr descr="image-3"/>
    <blip embed="rId1"/>
  </pic>
  <pic>
    <cNvPr descr="image-4"/>
    <blip embed="rId1"/>
  </pic>
  <pic>
    <cNvPr descr="image-5"/>
    <blip embed="rId1"/>
  </pic>
  <pic>
    <cNvPr descr="image-6"/>
    <blip embed="rId1"/>
  </pic>
  <pic>
    <cNvPr descr="image-7"/>
    <blip embed="rId1"/>
  </pic>
</sld>
</file>

<file path=ppt/slides/slide17.xml><?xml version="1.0" encoding="utf-8"?>
<sld>
  <pic>
    <cNvPr descr="image-0"/>
    <blip embed="rId1"/>
  </pic>
  <pic>
    <cNvPr descr="image-1"/>
    <blip embed="rId1"/>
  </pic>
  <pic>
    <cNvPr descr="image-2"/>
    <blip embed="rId1"/>
  </pic>
  <pic>
    <cNvPr descr="image-3"/>
    <blip embed="rId1"/>
  </pic>
  <pic>
    <cNvPr descr="image-4"/>
    <blip embed="rId1"/>
  </pic>
  <pic>
    <cNvPr descr="image-5"/>
    <blip embed="rId1"/>
  </pic>
  <pic>
    <cNvPr descr="image-6"/>
    <blip embed="rId1"/>
  </pic>
  <pic>
    <cNvPr descr="image-7"/>
    <blip embed="rId1"/>
  </pic>
</sld>
</file>

<file path=ppt/slides/slide18.xml><?xml version="1.0" encoding="utf-8"?>
<sld>
  <pic>
    <cNvPr descr="image-0"/>
    <blip embed="rId1"/>
  </pic>
  <pic>
    <cNvPr descr="image-1"/>
    <blip embed="rId1"/>
  </pic>
  <pic>
    <cNvPr descr="image-2"/>
    <blip embed="rId1"/>
  </pic>
  <pic>
    <cNvPr descr="image-3"/>
    <blip embed="rId1"/>
  </pic>
  <pic>
    <cNvPr descr="image-4"/>
    <blip embed="rId1"/>
  </pic>
  <pic>
    <cNvPr descr="image-5"/>
    <blip embed="rId1"/>
  </pic>
  <pic>
    <cNvPr descr="image-6"/>
    <blip embed="rId1"/>
  </pic>
  <pic>
    <cNvPr descr="image-7"/>
    <blip embed="rId1"/>
  </pic>
</sld>
</file>

<file path=ppt/slides/slide19.xml><?xml version="1.0" encoding="utf-8"?>
<sld>
  <pic>
    <cNvPr descr="image-0"/>
    <blip embed="rId1"/>
  </pic>
  <pic>
    <cNvPr descr="image-1"/>
    <blip embed="rId1"/>
  </pic>
  <pic>
    <cNvPr descr="image-2"/>
    <blip embed="rId1"/>
  </pic>
  <pic>
    <cNvPr descr="image-3"/>
    <blip embed="rId1"/>
  </pic>
  <pic>
    <cNvPr descr="image-4"/>
    <blip embed="rId1"/>
  </pic>
  <pic>
    <cNvPr descr="image-5"/>
    <blip embed="rId1"/>
  </pic>
  <pic>
    <cNvPr descr="image-6"/>
    <blip embed="rId1"/>
  </pic>
  <pic>
    <cNvPr descr="image-7"/>
    <blip embed="rId1"/>
  </pic>
</sld>
</file>

<file path=ppt/slides/slide20.xml><?xml version="1.0" encoding="utf-8"?>
<sld>
  <pic>
    <cNvPr descr="image-0"/>
    <blip embed="rId1"/>
  </pic>
  <pic>
    <cNvPr descr="image-1"/>
    <blip embed="rId1"/>
  </pic>
  <pic>
    <cNvPr descr="image-2"/>
    <blip embed="rId1"/>
  </pic>
  <pic>
    <cNvPr descr="image-3"/>
    <blip embed="rId1"/>
  </pic>
  <pic>
    <cNvPr descr="image-4"/>
    <blip embed="rId1"/>
  </pic>
  <pic>
    <cNvPr descr="image-5"/>
    <blip embed="rId1"/>
  </pic>
  <pic>
    <cNvPr descr="image-6"/>
    <blip embed="rId1"/>
  </pic>
  <pic>
    <cNvPr descr="image-7"/>
    <blip embed="rId1"/>
  </pic>
</sld>
</file>

<file path=ppt/slides/slide21.xml><?xml version="1.0" encoding="utf-8"?>
<sld>
  <pic>
    <cNvPr descr="image-0"/>
    <blip embed="rId1"/>
  </pic>
  <pic>
    <cNvPr descr="image-1"/>
    <blip embed="rId1"/>
  </pic>
  <pic>
    <cNvPr descr="image-2"/>
    <blip embed="rId1"/>
  </pic>
  <pic>
    <cNvPr descr="image-3"/>
    <blip embed="rId1"/>
  </pic>
  <pic>
    <cNvPr descr="image-4"/>
    <blip embed="rId1"/>
  </pic>
  <pic>
    <cNvPr descr="image-5"/>
    <blip embed="rId1"/>
  </pic>
  <pic>
    <cNvPr descr="image-6"/>
    <blip embed="rId1"/>
  </pic>
  <pic>
    <cNvPr descr="image-7"/>
    <blip embed="rId1"/>
  </pic>
</sld>
</file>

<file path=ppt/slides/slide22.xml><?xml version="1.0" encoding="utf-8"?>
<sld>
  <pic>
    <cNvPr descr="image-0"/>
    <blip embed="rId1"/>
  </pic>
  <pic>
    <cNvPr descr="image-1"/>
    <blip embed="rId1"/>
  </pic>
  <pic>
    <cNvPr descr="image-2"/>
    <blip embed="rId1"/>
  </pic>
  <pic>
    <cNvPr descr="image-3"/>
    <blip embed="rId1"/>
  </pic>
  <pic>
    <cNvPr descr="image-4"/>
    <blip embed="rId1"/>
  </pic>
  <pic>
    <cNvPr descr="image-5"/>
    <blip embed="rId1"/>
  </pic>
  <pic>
    <cNvPr descr="image-6"/>
    <blip embed="rId1"/>
  </pic>
  <pic>
    <cNvPr descr="image-7"/>
    <blip embed="rId1"/>
  </pic>
</sld>
</file>

<file path=ppt/slides/slide23.xml><?xml version="1.0" encoding="utf-8"?>
<sld>
  <pic>
    <cNvPr descr="image-0"/>
    <blip embed="rId1"/>
  </pic>
  <pic>
    <cNvPr descr="image-1"/>
    <blip embed="rId1"/>
  </pic>
  <pic>
    <cNvPr descr="image-2"/>
    <blip embed="rId1"/>
  </pic>
  <pic>
    <cNvPr descr="image-3"/>
    <blip embed="rId1"/>
  </pic>
  <pic>
    <cNvPr descr="image-4"/>
    <blip embed="rId1"/>
  </pic>
  <pic>
    <cNvPr descr="image-5"/>
    <blip embed="rId1"/>
  </pic>
  <pic>
    <cNvPr descr="image-6"/>
    <blip embed="rId1"/>
  </pic>
  <pic>
    <cNvPr descr="image-7"/>
    <blip embed="rId1"/>
  </pic>
</sld>
</file>

<file path=ppt/slides/slide24.xml><?xml version="1.0" encoding="utf-8"?>
<sld>
  <pic>
    <cNvPr descr="image-0"/>
    <blip embed="rId1"/>
  </pic>
  <pic>
    <cNvPr descr="image-1"/>
    <blip embed="rId1"/>
  </pic>
  <pic>
    <cNvPr descr="image-2"/>
    <blip embed="rId1"/>
  </pic>
  <pic>
    <cNvPr descr="image-3"/>
    <blip embed="rId1"/>
  </pic>
  <pic>
    <cNvPr descr="image-4"/>
    <blip embed="rId1"/>
  </pic>
  <pic>
    <cNvPr descr="image-5"/>
    <blip embed="rId1"/>
  </pic>
  <pic>
    <cNvPr descr="image-6"/>
    <blip embed="rId1"/>
  </pic>
  <pic>
    <cNvPr descr="image-7"/>
    <blip embed="rId1"/>
  </pic>
</sld>
</file>

<file path=ppt/slides/slide25.xml><?xml version="1.0" encoding="utf-8"?>
<sld>
  <pic>
    <cNvPr descr="image-0"/>
    <blip embed="rId1"/>
  </pic>
  <pic>
    <cNvPr descr="image-1"/>
    <blip embed="rId1"/>
  </pic>
  <pic>
    <cNvPr descr="image-2"/>
    <blip embed="rId1"/>
  </pic>
  <pic>
    <cNvPr descr="image-3"/>
    <blip embed="rId1"/>
  </pic>
  <pic>
    <cNvPr descr="image-4"/>
    <blip embed="rId1"/>
  </pic>
  <pic>
    <cNvPr descr="image-5"/>
    <blip embed="rId1"/>
  </pic>
  <pic>
    <cNvPr descr="image-6"/>
    <blip embed="rId1"/>
  </pic>
  <pic>
    <cNvPr descr="image-7"/>
    <blip embed="rId1"/>
  </pic>
</sld>
</file>

<file path=ppt/slides/slide26.xml><?xml version="1.0" encoding="utf-8"?>
<sld>
  <pic>
    <cNvPr descr="image-0"/>
    <blip embed="rId1"/>
  </pic>
  <pic>
    <cNvPr descr="image-1"/>
    <blip embed="rId1"/>
  </pic>
  <pic>
    <cNvPr descr="image-2"/>
    <blip embed="rId1"/>
  </pic>
  <pic>
    <cNvPr descr="image-3"/>
    <blip embed="rId1"/>
  </pic>
  <pic>
    <cNvPr descr="image-4"/>
    <blip embed="rId1"/>
  </pic>
  <pic>
    <cNvPr descr="image-5"/>
    <blip embed="rId1"/>
  </pic>
  <pic>
    <cNvPr descr="image-6"/>
    <blip embed="rId1"/>
  </pic>
  <pic>
    <cNvPr descr="image-7"/>
    <blip embed="rId1"/>
  </pic>
</sld>
</file>

<file path=ppt/slides/slide27.xml><?xml version="1.0" encoding="utf-8"?>
<sld>
  <pic>
    <cNvPr descr="image-0"/>
    <blip embed="rId1"/>
  </pic>
  <pic>
    <cNvPr descr="image-1"/>
    <blip embed="rId1"/>
  </pic>
  <pic>
    <cNvPr descr="image-2"/>
    <blip embed="rId1"/>
  </pic>
  <pic>
    <cNvPr descr="image-3"/>
    <blip embed="rId1"/>
  </pic>
  <pic>
    <cNvPr descr="image-4"/>
    <blip embed="rId1"/>
  </pic>
  <pic>
    <cNvPr descr="image-5"/>
    <blip embed="rId1"/>
  </pic>
  <pic>
    <cNvPr descr="image-6"/>
    <blip embed="rId1"/>
  </pic>
  <pic>
    <cNvPr descr="image-7"/>
    <blip embed="rId1"/>
  </pic>
</sld>
</file>

<file path=ppt/slides/slide28.xml><?xml version="1.0" encoding="utf-8"?>
<sld>
  <pic>
    <cNvPr descr="image-0"/>
    <blip embed="rId1"/>
  </pic>
  <pic>
    <cNvPr descr="image-1"/>
    <blip embed="rId1"/>
  </pic>
  <pic>
    <cNvPr descr="image-2"/>
    <blip embed="rId1"/>
  </pic>
  <pic>
    <cNvPr descr="image-3"/>
    <blip embed="rId1"/>
  </pic>
  <pic>
    <cNvPr descr="image-4"/>
    <blip embed="rId1"/>
  </pic>
  <pic>
    <cNvPr descr="image-5"/>
    <blip embed="rId1"/>
  </pic>
  <pic>
    <cNvPr descr="image-6"/>
    <blip embed="rId1"/>
  </pic>
  <pic>
    <cNvPr descr="image-7"/>
    <blip embed="rId1"/>
  </pic>
</sld>
</file>

<file path=ppt/slides/slide29.xml><?xml version="1.0" encoding="utf-8"?>
<sld>
  <pic>
    <cNvPr descr="image-0"/>
    <blip embed="rId1"/>
  </pic>
  <pic>
    <cNvPr descr="image-1"/>
    <blip embed="rId1"/>
  </pic>
  <pic>
    <cNvPr descr="image-2"/>
    <blip embed="rId1"/>
  </pic>
  <pic>
    <cNvPr descr="image-3"/>
    <blip embed="rId1"/>
  </pic>
  <pic>
    <cNvPr descr="image-4"/>
    <blip embed="rId1"/>
  </pic>
  <pic>
    <cNvPr descr="image-5"/>
    <blip embed="rId1"/>
  </pic>
  <pic>
    <cNvPr descr="image-6"/>
    <blip embed="rId1"/>
  </pic>
  <pic>
    <cNvPr descr="image-7"/>
    <blip embed="rId1"/>
  </pic>
</sld>
</file>

<file path=ppt/slides/slide30.xml><?xml version="1.0" encoding="utf-8"?>
<sld>
  <pic>
    <cNvPr descr="image-0"/>
    <blip embed="rId1"/>
  </pic>
  <pic>
    <cNvPr descr="image-1"/>
    <blip embed="rId1"/>
  </pic>
  <pic>
    <cNvPr descr="image-2"/>
    <blip embed="rId1"/>
  </pic>
  <pic>
    <cNvPr descr="image-3"/>
    <blip embed="rId1"/>
  </pic>
  <pic>
    <cNvPr descr="image-4"/>
    <blip embed="rId1"/>
  </pic>
  <pic>
    <cNvPr descr="image-5"/>
    <blip embed="rId1"/>
  </pic>
  <pic>
    <cNvPr descr="image-6"/>
    <blip embed="rId1"/>
  </pic>
  <pic>
    <cNvPr descr="image-7"/>
    <blip embed="rId1"/>
  </pic>
</sld>
</file>

<file path=ppt/slides/slide31.xml><?xml version="1.0" encoding="utf-8"?>
<sld>
  <pic>
    <cNvPr descr="image-0"/>
    <blip embed="rId1"/>
  </pic>
  <pic>
    <cNvPr descr="image-1"/>
    <blip embed="rId1"/>
  </pic>
  <pic>
    <cNvPr descr="image-2"/>
    <blip embed="rId1"/>
  </pic>
  <pic>
    <cNvPr descr="image-3"/>
    <blip embed="rId1"/>
  </pic>
  <pic>
    <cNvPr descr="image-4"/>
    <blip embed="rId1"/>
  </pic>
  <pic>
    <cNvPr descr="image-5"/>
    <blip embed="rId1"/>
  </pic>
  <pic>
    <cNvPr descr="image-6"/>
    <blip embed="rId1"/>
  </pic>
  <pic>
    <cNvPr descr="image-7"/>
    <blip embed="rId1"/>
  </pic>
</sld>
</file>

<file path=ppt/slides/slide32.xml><?xml version="1.0" encoding="utf-8"?>
<sld>
  <pic>
    <cNvPr descr="image-0"/>
    <blip embed="rId1"/>
  </pic>
  <pic>
    <cNvPr descr="image-1"/>
    <blip embed="rId1"/>
  </pic>
  <pic>
    <cNvPr descr="image-2"/>
    <blip embed="rId1"/>
  </pic>
  <pic>
    <cNvPr descr="image-3"/>
    <blip embed="rId1"/>
  </pic>
  <pic>
    <cNvPr descr="image-4"/>
    <blip embed="rId1"/>
  </pic>
  <pic>
    <cNvPr descr="image-5"/>
    <blip embed="rId1"/>
  </pic>
  <pic>
    <cNvPr descr="image-6"/>
    <blip embed="rId1"/>
  </pic>
  <pic>
    <cNvPr descr="image-7"/>
    <blip embed="rId1"/>
  </pic>
</sld>
</file>

<file path=ppt/slides/slide33.xml><?xml version="1.0" encoding="utf-8"?>
<sld>
  <pic>
    <cNvPr descr="image-0"/>
    <blip embed="rId1"/>
  </pic>
  <pic>
    <cNvPr descr="image-1"/>
    <blip embed="rId1"/>
  </pic>
  <pic>
    <cNvPr descr="image-2"/>
    <blip embed="rId1"/>
  </pic>
  <pic>
    <cNvPr descr="image-3"/>
    <blip embed="rId1"/>
  </pic>
  <pic>
    <cNvPr descr="image-4"/>
    <blip embed="rId1"/>
  </pic>
  <pic>
    <cNvPr descr="image-5"/>
    <blip embed="rId1"/>
  </pic>
  <pic>
    <cNvPr descr="image-6"/>
    <blip embed="rId1"/>
  </pic>
  <pic>
    <cNvPr descr="image-7"/>
    <blip embed="rId1"/>
  </pic>
</sld>
</file>

<file path=ppt/slides/slide34.xml><?xml version="1.0" encoding="utf-8"?>
<sld>
  <pic>
    <cNvPr descr="image-0"/>
    <blip embed="rId1"/>
  </pic>
  <pic>
    <cNvPr descr="image-1"/>
    <blip embed="rId1"/>
  </pic>
  <pic>
    <cNvPr descr="image-2"/>
    <blip embed="rId1"/>
  </pic>
  <pic>
    <cNvPr descr="image-3"/>
    <blip embed="rId1"/>
  </pic>
  <pic>
    <cNvPr descr="image-4"/>
    <blip embed="rId1"/>
  </pic>
  <pic>
    <cNvPr descr="image-5"/>
    <blip embed="rId1"/>
  </pic>
  <pic>
    <cNvPr descr="image-6"/>
    <blip embed="rId1"/>
  </pic>
  <pic>
    <cNvPr descr="image-7"/>
    <blip embed="rId1"/>
  </pic>
</sld>
</file>

<file path=ppt/slides/slide35.xml><?xml version="1.0" encoding="utf-8"?>
<sld>
  <pic>
    <cNvPr descr="image-0"/>
    <blip embed="rId1"/>
  </pic>
  <pic>
    <cNvPr descr="image-1"/>
    <blip embed="rId1"/>
  </pic>
  <pic>
    <cNvPr descr="image-2"/>
    <blip embed="rId1"/>
  </pic>
  <pic>
    <cNvPr descr="image-3"/>
    <blip embed="rId1"/>
  </pic>
  <pic>
    <cNvPr descr="image-4"/>
    <blip embed="rId1"/>
  </pic>
  <pic>
    <cNvPr descr="image-5"/>
    <blip embed="rId1"/>
  </pic>
  <pic>
    <cNvPr descr="image-6"/>
    <blip embed="rId1"/>
  </pic>
  <pic>
    <cNvPr descr="image-7"/>
    <blip embed="rId1"/>
  </pic>
</sld>
</file>

<file path=ppt/slides/slide36.xml><?xml version="1.0" encoding="utf-8"?>
<sld>
  <pic>
    <cNvPr descr="image-0"/>
    <blip embed="rId1"/>
  </pic>
  <pic>
    <cNvPr descr="image-1"/>
    <blip embed="rId1"/>
  </pic>
  <pic>
    <cNvPr descr="image-2"/>
    <blip embed="rId1"/>
  </pic>
  <pic>
    <cNvPr descr="image-3"/>
    <blip embed="rId1"/>
  </pic>
  <pic>
    <cNvPr descr="image-4"/>
    <blip embed="rId1"/>
  </pic>
  <pic>
    <cNvPr descr="image-5"/>
    <blip embed="rId1"/>
  </pic>
  <pic>
    <cNvPr descr="image-6"/>
    <blip embed="rId1"/>
  </pic>
  <pic>
    <cNvPr descr="image-7"/>
    <blip embed="rId1"/>
  </pic>
</sld>
</file>

<file path=ppt/slides/slide37.xml><?xml version="1.0" encoding="utf-8"?>
<sld>
  <pic>
    <cNvPr descr="image-0"/>
    <blip embed="rId1"/>
  </pic>
  <pic>
    <cNvPr descr="image-1"/>
    <blip embed="rId1"/>
  </pic>
  <pic>
    <cNvPr descr="image-2"/>
    <blip embed="rId1"/>
  </pic>
  <pic>
    <cNvPr descr="image-3"/>
    <blip embed="rId1"/>
  </pic>
  <pic>
    <cNvPr descr="image-4"/>
    <blip embed="rId1"/>
  </pic>
  <pic>
    <cNvPr descr="image-5"/>
    <blip embed="rId1"/>
  </pic>
  <pic>
    <cNvPr descr="image-6"/>
    <blip embed="rId1"/>
  </pic>
  <pic>
    <cNvPr descr="image-7"/>
    <blip embed="rId1"/>
  </pic>
</sld>
</file>

<file path=ppt/slides/slide38.xml><?xml version="1.0" encoding="utf-8"?>
<sld>
  <pic>
    <cNvPr descr="image-0"/>
    <blip embed="rId1"/>
  </pic>
  <pic>
    <cNvPr descr="image-1"/>
    <blip embed="rId1"/>
  </pic>
  <pic>
    <cNvPr descr="image-2"/>
    <blip embed="rId1"/>
  </pic>
  <pic>
    <cNvPr descr="image-3"/>
    <blip embed="rId1"/>
  </pic>
  <pic>
    <cNvPr descr="image-4"/>
    <blip embed="rId1"/>
  </pic>
  <pic>
    <cNvPr descr="image-5"/>
    <blip embed="rId1"/>
  </pic>
  <pic>
    <cNvPr descr="image-6"/>
    <blip embed="rId1"/>
  </pic>
  <pic>
    <cNvPr descr="image-7"/>
    <blip embed="rId1"/>
  </pic>
</sld>
</file>

<file path=ppt/slides/slide39.xml><?xml version="1.0" encoding="utf-8"?>
<sld>
  <pic>
    <cNvPr descr="image-0"/>
    <blip embed="rId1"/>
  </pic>
  <pic>
    <cNvPr descr="image-1"/>
    <blip embed="rId1"/>
  </pic>
  <pic>
    <cNvPr descr="image-2"/>
    <blip embed="rId1"/>
  </pic>
  <pic>
    <cNvPr descr="image-3"/>
    <blip embed="rId1"/>
  </pic>
  <pic>
    <cNvPr descr="image-4"/>
    <blip embed="rId1"/>
  </pic>
  <pic>
    <cNvPr descr="image-5"/>
    <blip embed="rId1"/>
  </pic>
  <pic>
    <cNvPr descr="image-6"/>
    <blip embed="rId1"/>
  </pic>
  <pic>
    <cNvPr descr="image-7"/>
    <blip embed="rId1"/>
  </pic>
</sld>
</file>

<file path=ppt/slides/slide40.xml><?xml version="1.0" encoding="utf-8"?>
<sld>
  <pic>
    <cNvPr descr="image-0"/>
    <blip embed="rId1"/>
  </pic>
  <pic>
    <cNvPr descr="image-1"/>
    <blip embed="rId1"/>
  </pic>
  <pic>
    <cNvPr descr="image-2"/>
    <blip embed="rId1"/>
  </pic>
  <pic>
    <cNvPr descr="image-3"/>
    <blip embed="rId1"/>
  </pic>
  <pic>
    <cNvPr descr="image-4"/>
    <blip embed="rId1"/>
  </pic>
  <pic>
    <cNvPr descr="image-5"/>
    <blip embed="rId1"/>
  </pic>
  <pic>
    <cNvPr descr="image-6"/>
    <blip embed="rId1"/>
  </pic>
  <pic>
    <cNvPr descr="image-7"/>
    <blip embed="rId1"/>
  </pic>
</sld>
</file>

<file path=ppt/slides/slide41.xml><?xml version="1.0" encoding="utf-8"?>
<sld>
  <pic>
    <cNvPr descr="image-0"/>
    <blip embed="rId1"/>
  </pic>
  <pic>
    <cNvPr descr="image-1"/>
    <blip embed="rId1"/>
  </pic>
  <pic>
    <cNvPr descr="image-2"/>
    <blip embed="rId1"/>
  </pic>
  <pic>
    <cNvPr descr="image-3"/>
    <blip embed="rId1"/>
  </pic>
  <pic>
    <cNvPr descr="image-4"/>
    <blip embed="rId1"/>
  </pic>
  <pic>
    <cNvPr descr="image-5"/>
    <blip embed="rId1"/>
  </pic>
  <pic>
    <cNvPr descr="image-6"/>
    <blip embed="rId1"/>
  </pic>
  <pic>
    <cNvPr descr="image-7"/>
    <blip embed="rId1"/>
  </pic>
</sld>
</file>

<file path=ppt/slides/slide42.xml><?xml version="1.0" encoding="utf-8"?>
<sld>
  <pic>
    <cNvPr descr="image-0"/>
    <blip embed="rId1"/>
  </pic>
  <pic>
    <cNvPr descr="image-1"/>
    <blip embed="rId1"/>
  </pic>
  <pic>
    <cNvPr descr="image-2"/>
    <blip embed="rId1"/>
  </pic>
  <pic>
    <cNvPr descr="image-3"/>
    <blip embed="rId1"/>
  </pic>
  <pic>
    <cNvPr descr="image-4"/>
    <blip embed="rId1"/>
  </pic>
  <pic>
    <cNvPr descr="image-5"/>
    <blip embed="rId1"/>
  </pic>
  <pic>
    <cNvPr descr="image-6"/>
    <blip embed="rId1"/>
  </pic>
  <pic>
    <cNvPr descr="image-7"/>
    <blip embed="rId1"/>
  </pic>
</sld>
</file>

<file path=ppt/slides/slide43.xml><?xml version="1.0" encoding="utf-8"?>
<sld>
  <pic>
    <cNvPr descr="image-0"/>
    <blip embed="rId1"/>
  </pic>
  <pic>
    <cNvPr descr="image-1"/>
    <blip embed="rId1"/>
  </pic>
  <pic>
    <cNvPr descr="image-2"/>
    <blip embed="rId1"/>
  </pic>
  <pic>
    <cNvPr descr="image-3"/>
    <blip embed="rId1"/>
  </pic>
  <pic>
    <cNvPr descr="image-4"/>
    <blip embed="rId1"/>
  </pic>
  <pic>
    <cNvPr descr="image-5"/>
    <blip embed="rId1"/>
  </pic>
  <pic>
    <cNvPr descr="image-6"/>
    <blip embed="rId1"/>
  </pic>
  <pic>
    <cNvPr descr="image-7"/>
    <blip embed="rId1"/>
  </pic>
</sld>
</file>

<file path=ppt/slides/slide44.xml><?xml version="1.0" encoding="utf-8"?>
<sld>
  <pic>
    <cNvPr descr="image-0"/>
    <blip embed="rId1"/>
  </pic>
  <pic>
    <cNvPr descr="image-1"/>
    <blip embed="rId1"/>
  </pic>
  <pic>
    <cNvPr descr="image-2"/>
    <blip embed="rId1"/>
  </pic>
  <pic>
    <cNvPr descr="image-3"/>
    <blip embed="rId1"/>
  </pic>
  <pic>
    <cNvPr descr="image-4"/>
    <blip embed="rId1"/>
  </pic>
  <pic>
    <cNvPr descr="image-5"/>
    <blip embed="rId1"/>
  </pic>
  <pic>
    <cNvPr descr="image-6"/>
    <blip embed="rId1"/>
  </pic>
  <pic>
    <cNvPr descr="image-7"/>
    <blip embed="rId1"/>
  </pic>
</sld>
</file>

<file path=ppt/slides/slide45.xml><?xml version="1.0" encoding="utf-8"?>
<sld>
  <pic>
    <cNvPr descr="image-0"/>
    <blip embed="rId1"/>
  </pic>
  <pic>
    <cNvPr descr="image-1"/>
    <blip embed="rId1"/>
  </pic>
  <pic>
    <cNvPr descr="image-2"/>
    <blip embed="rId1"/>
  </pic>
  <pic>
    <cNvPr descr="image-3"/>
    <blip embed="rId1"/>
  </pic>
  <pic>
    <cNvPr descr="image-4"/>
    <blip embed="rId1"/>
  </pic>
  <pic>
    <cNvPr descr="image-5"/>
    <blip embed="rId1"/>
  </pic>
  <pic>
    <cNvPr descr="image-6"/>
    <blip embed="rId1"/>
  </pic>
  <pic>
    <cNvPr descr="image-7"/>
    <blip embed="rId1"/>
  </pic>
</sld>
</file>

<file path=ppt/slides/slide46.xml><?xml version="1.0" encoding="utf-8"?>
<sld>
  <pic>
    <cNvPr descr="image-0"/>
    <blip embed="rId1"/>
  </pic>
  <pic>
    <cNvPr descr="image-1"/>
    <blip embed="rId1"/>
  </pic>
  <pic>
    <cNvPr descr="image-2"/>
    <blip embed="rId1"/>
  </pic>
  <pic>
    <cNvPr descr="image-3"/>
    <blip embed="rId1"/>
  </pic>
  <pic>
    <cNvPr descr="image-4"/>
    <blip embed="rId1"/>
  </pic>
  <pic>
    <cNvPr descr="image-5"/>
    <blip embed="rId1"/>
  </pic>
  <pic>
    <cNvPr descr="image-6"/>
    <blip embed="rId1"/>
  </pic>
  <pic>
    <cNvPr descr="image-7"/>
    <blip embed="rId1"/>
  </pic>
</sld>
</file>

<file path=ppt/slides/slide47.xml><?xml version="1.0" encoding="utf-8"?>
<sld>
  <pic>
    <cNvPr descr="image-0"/>
    <blip embed="rId1"/>
  </pic>
  <pic>
    <cNvPr descr="image-1"/>
    <blip embed="rId1"/>
  </pic>
  <pic>
    <cNvPr descr="image-2"/>
    <blip embed="rId1"/>
  </pic>
  <pic>
    <cNvPr descr="image-3"/>
    <blip embed="rId1"/>
  </pic>
  <pic>
    <cNvPr descr="image-4"/>
    <blip embed="rId1"/>
  </pic>
  <pic>
    <cNvPr descr="image-5"/>
    <blip embed="rId1"/>
  </pic>
  <pic>
    <cNvPr descr="image-6"/>
    <blip embed="rId1"/>
  </pic>
  <pic>
    <cNvPr descr="image-7"/>
    <blip embed="rId1"/>
  </pic>
</sld>
</file>

<file path=ppt/slides/slide48.xml><?xml version="1.0" encoding="utf-8"?>
<sld>
  <pic>
    <cNvPr descr="image-0"/>
    <blip embed="rId1"/>
  </pic>
  <pic>
    <cNvPr descr="image-1"/>
    <blip embed="rId1"/>
  </pic>
  <pic>
    <cNvPr descr="image-2"/>
    <blip embed="rId1"/>
  </pic>
  <pic>
    <cNvPr descr="image-3"/>
    <blip embed="rId1"/>
  </pic>
  <pic>
    <cNvPr descr="image-4"/>
    <blip embed="rId1"/>
  </pic>
  <pic>
    <cNvPr descr="image-5"/>
    <blip embed="rId1"/>
  </pic>
  <pic>
    <cNvPr descr="image-6"/>
    <blip embed="rId1"/>
  </pic>
  <pic>
    <cNvPr descr="image-7"/>
    <blip embed="rId1"/>
  </pic>
</sld>
</file>